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(memorize): "Today I want to show you how I've been teaching AI agents to work the way our team works, not like a generic chatbot." THEN: Three parts. First, what agent skills are. Second, the persona layer I added and how I bundle it all into kits. Third, a live demo of sncfleet.ai on real work. POINT at the panel on the right: "That's the whole talk in four lines: who the agent is, how it works, what it knows, and what it's allowed to touch." BRIDGE: "Let's start with the problem."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"These models know a lot of facts. What they don't know is how we work." EXAMPLE: Point at one line on the right, the PR checklist. "Ask a model to review a pull request and you get a generic review. It has no idea what our checklist is, or what we never allow." THEN: "Today we fix that by pasting instructions into the chat every time, and it comes out different every time." (Leave the rest of the slide for people to read.) BRIDGE: "So where does an agent's knowledge actually come from?"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"An agent draws on four kinds of knowledge." WALK left to right, one phrase each: what the model already knows; tools, through MCP, which is how it reaches GitHub or Jira; facts, through retrieval; and procedures, which is what skills add. EXAMPLE: "If MCP gives it the hands to open a pull request, a skill tells it how we write one." POINT at the dark card: "And this is the piece I added: a persona. Who it is while it does the work. I'll come back to that." BRIDGE: "First, what does a skill actually look like?"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 skill is just a folder with a Markdown file in it." (Pause. This surprises people.) POINT at the description line: "This is the most important line. The agent reads it to decide whether to use the skill, so it says what the skill does and when to use it." Then: "Below that is the procedure in plain English. Optionally, scripts it can run and docs it can read." EXAMPLE: "This is a real skill from my library: read-only Kubernetes triage. It never touches the cluster. It reads the output you give it and tells you the next command to run." BRIDGE: "Because it's just files, it lives in git and gets reviewed like code. So what happens when an agent has a lot of them?"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"An agent only reads what the task needs." ANALOGY: "Think of a book's table of contents. At startup it reads only the chapter titles, about a hundred tokens per skill. When a task matches, it opens that one chapter. And only if a step needs it does it pull in a script or a reference doc." WHY IT MATTERS: "So we can give an agent hundreds of skills without slowing it down or running up the bill." BRIDGE: "And these skills aren't tied to one product."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"Skills are an open standard. We write them once and use them anywhere." THEN: "Anthropic created the format and released it openly. Now GitHub Copilot, VS Code, Cursor, Gemini CLI, Codex and plenty more read it." LEADERSHIP POINT: "If we change tools next year, our skills come with us." The spec lives at agentskills.io; say you'll show it in the demo. Keep this slide short. BRIDGE: "So skills tell an agent how. But for me, something was still missing."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(memorize): "Skills say how. A persona says who." EXPLAIN: "A persona is a role description, like one you'd write for a new hire: your role, your standards, and what you never do." POINT at Hard limits: "This is the one that matters most. It has no cloud credentials and it never applies infrastructure. A person approves." EXAMPLE: "My junior and senior DevOps kits share the exact same skills. The junior runs on a cheaper model, stops at IAM, networking and state changes, and flags its pull request for senior review. Same procedures, different judgment." BRIDGE: "So how do I put a persona and its skills together? That's a kit."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 kit bundles everything for one role into a single JSON file." WALK the right-hand column, not the JSON: who the agent is, the procedures it can pick up, the team rules it always reads, the only tools it gets, and which model it runs on. ANALOGY: "Think of it as the job description plus the toolbox for one hire." POINT: "Change the kit file, and every agent started after that gets the change." BRIDGE: "Here are the kits we run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"These are the five roles we run in sncfleet.ai today." EXAMPLE: Don't walk through all five. Pick the kit you use most and tell one real story about it. [Fill in, e.g. something the pr-reviewer caught, or a fix the devsecops kit made.] POINT at the dark card: "Adding a new role doesn't mean building a new tool. It's a persona file and a JSON file, reviewed in a pull request." BRIDGE: "So what happens when I actually start one?"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"Every agent goes from a kit to a pull request." WALK left to right, quickly: "I pick a kit. The agent gets its own branch or container. The persona and skills are copied in. It does the work. And it ends with commits that a person reviews." POINT at the two notes below: "Two design choices: I can run several agents at once in separate tabs, and none of them ever holds a real credential." BRIDGE: "That leads to the question everyone asks: can we trust 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"Skills can run commands, so we treat them like code." CONTEXT: "The IBM video calls out real risks, like prompt injection and tool poisoning. So the design assumes the agent can be wrong." POINT at two cards, not all six: "It never holds real credentials, and a person always merges. Nothing it does reaches a live environment without review." Let the room read the rest. [Before presenting, confirm all six cards match the work version.] BRIDGE: "So what does this mean for us as an organization?"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"Here's what the organization gets." ONE LINE EACH: Consistency: "Our best engineer's way of doing a task becomes the default." Auditability: "Procedures live in git and the work arrives as reviewable commits. That matters for CMMC." Portability: "It's an open standard, so no vendor lock-in." Cost: "Routine work runs on cheaper models; only the hard problems use the strongest one." HAND-OFF (memorize): "That's the idea. Now let me show you what it looks like in practice." Then switch to the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3092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61480"/>
            <a:ext cx="10566400" cy="388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3092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61480"/>
            <a:ext cx="10566400" cy="388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7496175" y="1273175"/>
            <a:ext cx="3879850" cy="2533650"/>
          </a:xfrm>
          <a:prstGeom prst="roundRect">
            <a:avLst>
              <a:gd name="adj" fmla="val 3885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7000" y="1498600"/>
            <a:ext cx="35318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kit: devsecops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47000" y="1905000"/>
            <a:ext cx="35318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 persona     who it 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47000" y="2260600"/>
            <a:ext cx="35318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 skills      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47000" y="2616200"/>
            <a:ext cx="35318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 references  what it knows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47000" y="2971800"/>
            <a:ext cx="35318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 mcp_servers  what it can touch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18034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AGENTIC ENGINEERING · SNCFLEET.AI</a:t>
            </a:r>
            <a:endParaRPr lang="en-US" sz="1200" dirty="0"/>
          </a:p>
        </p:txBody>
      </p:sp>
      <p:sp>
        <p:nvSpPr>
          <p:cNvPr id="10" name="Text 8"/>
          <p:cNvSpPr/>
          <p:nvPr>
            <p:ph type="title"/>
          </p:nvPr>
        </p:nvSpPr>
        <p:spPr>
          <a:xfrm>
            <a:off x="812800" y="2270820"/>
            <a:ext cx="640969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Skills, Personas &amp; Kits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2800" y="4125020"/>
            <a:ext cx="627888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teach AI agents to work the way our team works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[Your name] · DevSecOps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9810750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knows a lot of facts. It doesn't know how </a:t>
            </a:r>
            <a:r>
              <a:rPr lang="en-US" sz="3600" b="1" i="0" dirty="0">
                <a:solidFill>
                  <a:srgbClr val="2A64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</a:t>
            </a: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work gets done.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792016"/>
            <a:ext cx="5168900" cy="1786830"/>
          </a:xfrm>
          <a:prstGeom prst="roundRect">
            <a:avLst>
              <a:gd name="adj" fmla="val 55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3049191"/>
            <a:ext cx="47941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already knows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0808" y="3394571"/>
            <a:ext cx="472890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Terraform, AKS and GitHub Actions are</a:t>
            </a:r>
            <a:endParaRPr lang="en-US" sz="1600" dirty="0"/>
          </a:p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CMMC Level 2 asks for, in general</a:t>
            </a:r>
            <a:endParaRPr lang="en-US" sz="1600" dirty="0"/>
          </a:p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C# and .NET syntax and idioms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2795191"/>
            <a:ext cx="5175250" cy="1780480"/>
          </a:xfrm>
          <a:prstGeom prst="roundRect">
            <a:avLst>
              <a:gd name="adj" fmla="val 5350"/>
            </a:avLst>
          </a:prstGeom>
          <a:solidFill>
            <a:srgbClr val="FBFAF6"/>
          </a:solidFill>
          <a:ln w="12700">
            <a:solidFill>
              <a:srgbClr val="9A5B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3055541"/>
            <a:ext cx="47941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can't know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15608" y="3400921"/>
            <a:ext cx="472890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pipeline rules and approval gates</a:t>
            </a:r>
            <a:endParaRPr lang="en-US" sz="1600" dirty="0"/>
          </a:p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write up CMMC evidence</a:t>
            </a:r>
            <a:endParaRPr lang="en-US" sz="1600" dirty="0"/>
          </a:p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PR checklist and what we never 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Framing from IBM Technology, "What AI Agent Skills Are and How They Work" (Martin Keen)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FOUR KINDS OF KNOWLEDGE, PLUS ONE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an agent draws 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66255"/>
            <a:ext cx="1987550" cy="3775770"/>
          </a:xfrm>
          <a:prstGeom prst="roundRect">
            <a:avLst>
              <a:gd name="adj" fmla="val 4952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47263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812951"/>
            <a:ext cx="16256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3183731"/>
            <a:ext cx="162560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LLM learned in training: general facts and language.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62275" y="2266255"/>
            <a:ext cx="1987550" cy="3775770"/>
          </a:xfrm>
          <a:prstGeom prst="roundRect">
            <a:avLst>
              <a:gd name="adj" fmla="val 4952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8650" y="247263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MCP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68650" y="2812951"/>
            <a:ext cx="16256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68650" y="3183731"/>
            <a:ext cx="1625600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Context Protocol servers let it call APIs: GitHub, Jira, scanners.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8575" y="2266255"/>
            <a:ext cx="1987550" cy="3775770"/>
          </a:xfrm>
          <a:prstGeom prst="roundRect">
            <a:avLst>
              <a:gd name="adj" fmla="val 4952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4950" y="247263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RAG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14950" y="2812951"/>
            <a:ext cx="16256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14950" y="3183731"/>
            <a:ext cx="1625600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Retrieval pulls in current documents and data it wasn't trained 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54875" y="2266255"/>
            <a:ext cx="1987550" cy="3775770"/>
          </a:xfrm>
          <a:prstGeom prst="roundRect">
            <a:avLst>
              <a:gd name="adj" fmla="val 4952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250" y="247263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skills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61250" y="2812951"/>
            <a:ext cx="16256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Procedures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61250" y="3183731"/>
            <a:ext cx="162560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 tell it how a task is done: the steps, order and judgment.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98000" y="2263080"/>
            <a:ext cx="1981200" cy="3782120"/>
          </a:xfrm>
          <a:prstGeom prst="roundRect">
            <a:avLst>
              <a:gd name="adj" fmla="val 5128"/>
            </a:avLst>
          </a:prstGeom>
          <a:solidFill>
            <a:srgbClr val="0F1A24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246628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persona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0" y="2806601"/>
            <a:ext cx="16256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0" y="3177381"/>
            <a:ext cx="162560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it is: its role, its standards and its hard limits.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ANATOMY OF A SKILL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skill is just a folder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61480"/>
            <a:ext cx="5207000" cy="3883720"/>
          </a:xfrm>
          <a:prstGeom prst="roundRect">
            <a:avLst>
              <a:gd name="adj" fmla="val 2616"/>
            </a:avLst>
          </a:prstGeom>
          <a:solidFill>
            <a:srgbClr val="0F1A24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41548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k8s-triage/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679601"/>
            <a:ext cx="48399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 SKILL.md     </a:t>
            </a: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2943721"/>
            <a:ext cx="48399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 scripts/     code it can 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3207841"/>
            <a:ext cx="48399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 references/  docs it reads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3471962"/>
            <a:ext cx="48399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 assets/      templates,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66800" y="3736082"/>
            <a:ext cx="4699000" cy="12700"/>
          </a:xfrm>
          <a:prstGeom prst="rect">
            <a:avLst/>
          </a:prstGeom>
          <a:solidFill>
            <a:srgbClr val="2A3C4D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799582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4063702"/>
            <a:ext cx="48399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name: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k8s-triage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4327823"/>
            <a:ext cx="483997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description: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Read-only triage of a broken Kubernetes workload. Use when asked why a pod is failing.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6800" y="5018584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800" y="5282704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Steps, rules, examples…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4600" y="2711648"/>
            <a:ext cx="52062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4600" y="3006229"/>
            <a:ext cx="52062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Lowercase and hyphens, matches the folder.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4600" y="3458270"/>
            <a:ext cx="52062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4600" y="3752850"/>
            <a:ext cx="52062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does and </a:t>
            </a: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to use it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This is the trigger.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4600" y="4204891"/>
            <a:ext cx="52062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body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24600" y="4499471"/>
            <a:ext cx="52062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procedure, in plain Markdown.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4600" y="4951512"/>
            <a:ext cx="52062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 folders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4600" y="5246092"/>
            <a:ext cx="52062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Scripts, reference docs and templates.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PROGRESSIVE DISCLOSURE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only reads what the task needs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89076"/>
            <a:ext cx="3041650" cy="1763812"/>
          </a:xfrm>
          <a:prstGeom prst="roundRect">
            <a:avLst>
              <a:gd name="adj" fmla="val 5580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546251"/>
            <a:ext cx="26031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861171"/>
            <a:ext cx="26031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~100 tokens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3298031"/>
            <a:ext cx="260311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startup: just the name and description of every skill.</a:t>
            </a:r>
            <a:endParaRPr lang="en-US" sz="14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3200" y="3069332"/>
            <a:ext cx="4064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5175" y="2289076"/>
            <a:ext cx="3041650" cy="1763812"/>
          </a:xfrm>
          <a:prstGeom prst="roundRect">
            <a:avLst>
              <a:gd name="adj" fmla="val 5580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32350" y="2546251"/>
            <a:ext cx="26031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Activation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32350" y="2861171"/>
            <a:ext cx="26031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&lt; 5,000 tokens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32350" y="3298031"/>
            <a:ext cx="260311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task matches: the full SKILL.md is read in.</a:t>
            </a:r>
            <a:endParaRPr lang="en-US" sz="14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0" y="3069332"/>
            <a:ext cx="406400" cy="20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34375" y="2164655"/>
            <a:ext cx="3041650" cy="2012652"/>
          </a:xfrm>
          <a:prstGeom prst="roundRect">
            <a:avLst>
              <a:gd name="adj" fmla="val 4890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91550" y="2421830"/>
            <a:ext cx="26031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· Execution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591550" y="2736751"/>
            <a:ext cx="26031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needed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591550" y="3173611"/>
            <a:ext cx="2603119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Scripts, references and assets load only when a step calls for them.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2800" y="4485283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Result: an agent can carry </a:t>
            </a: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hundreds of skills</a:t>
            </a:r>
            <a:r>
              <a:rPr lang="en-US" sz="1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a small context footprint, so it stays focused and costs less to run.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figures: the Agent Skills specification, agentskills.io/specification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 OPEN STANDARD · AGENTSKILLS.IO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skill once, use it in many agents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61480"/>
            <a:ext cx="981075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Originally developed by Anthropic and released as an open format, Agent Skills are now read by a long list of coding agents and IDEs. Our skills aren't locked to one vendor.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5975" y="3058616"/>
            <a:ext cx="1370112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94037" y="3058616"/>
            <a:ext cx="1532136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4123" y="3058616"/>
            <a:ext cx="1024434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66506" y="3058616"/>
            <a:ext cx="890091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64548" y="3058616"/>
            <a:ext cx="1240830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 CLI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13327" y="3058616"/>
            <a:ext cx="1515368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 Codex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36645" y="3058616"/>
            <a:ext cx="1597025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JetBrains Junie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975" y="3574157"/>
            <a:ext cx="1300956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OpenHands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24881" y="3574157"/>
            <a:ext cx="868859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1690" y="3574157"/>
            <a:ext cx="683121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92761" y="3574157"/>
            <a:ext cx="1124942" cy="407591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Roo 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22478" y="3570982"/>
            <a:ext cx="1184870" cy="413941"/>
          </a:xfrm>
          <a:prstGeom prst="roundRect">
            <a:avLst>
              <a:gd name="adj" fmla="val 50000"/>
            </a:avLst>
          </a:prstGeom>
          <a:solidFill>
            <a:srgbClr val="0F1A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sncfleet.ai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list from the agentskills.io showcase, October 2026 (partial)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I ADDED: PERSONA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 say </a:t>
            </a:r>
            <a:r>
              <a:rPr lang="en-US" sz="3600" b="1" i="0" dirty="0">
                <a:solidFill>
                  <a:srgbClr val="7FB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</a:t>
            </a:r>
            <a:r>
              <a:rPr lang="en-US" sz="36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 persona says </a:t>
            </a:r>
            <a:r>
              <a:rPr lang="en-US" sz="3600" b="1" i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</a:t>
            </a:r>
            <a:r>
              <a:rPr lang="en-US" sz="36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64655"/>
            <a:ext cx="3409950" cy="1606252"/>
          </a:xfrm>
          <a:prstGeom prst="roundRect">
            <a:avLst>
              <a:gd name="adj" fmla="val 6128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421830"/>
            <a:ext cx="29824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767211"/>
            <a:ext cx="298246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"Senior DevOps engineer in US government clouds."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4675" y="2164655"/>
            <a:ext cx="3409950" cy="1606252"/>
          </a:xfrm>
          <a:prstGeom prst="roundRect">
            <a:avLst>
              <a:gd name="adj" fmla="val 6128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1850" y="2421830"/>
            <a:ext cx="29824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41850" y="2767211"/>
            <a:ext cx="298246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reviewable changes, everything in code, nothing by hand in a console.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6550" y="2167830"/>
            <a:ext cx="3416300" cy="1599902"/>
          </a:xfrm>
          <a:prstGeom prst="roundRect">
            <a:avLst>
              <a:gd name="adj" fmla="val 5953"/>
            </a:avLst>
          </a:prstGeom>
          <a:solidFill>
            <a:srgbClr val="1828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6900" y="2428180"/>
            <a:ext cx="29824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limits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6900" y="2773561"/>
            <a:ext cx="298246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cloud credentials. Never applies infrastructure; a person approves.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078883"/>
            <a:ext cx="1020318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skills, different persona: a </a:t>
            </a: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junior</a:t>
            </a:r>
            <a:r>
              <a:rPr lang="en-US" sz="16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kit takes lint fixes and version bumps and stops at IAM, network and state changes; a </a:t>
            </a: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senior</a:t>
            </a:r>
            <a:r>
              <a:rPr lang="en-US" sz="16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kit takes those on.</a:t>
            </a:r>
            <a:endParaRPr lang="en-US" sz="1600" dirty="0"/>
          </a:p>
        </p:txBody>
      </p:sp>
      <p:pic>
        <p:nvPicPr>
          <p:cNvPr id="14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82589" y="7620992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kit bundles it all into one JSON 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61480"/>
            <a:ext cx="5461000" cy="3883720"/>
          </a:xfrm>
          <a:prstGeom prst="roundRect">
            <a:avLst>
              <a:gd name="adj" fmla="val 2616"/>
            </a:avLst>
          </a:prstGeom>
          <a:solidFill>
            <a:srgbClr val="0F1A24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865239"/>
            <a:ext cx="51015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3116659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"title"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"DevOps engineer, senior",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3368080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"persona"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"devops-gov",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3619500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"skills"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["terraform-gov",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3870920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"kubernetes-gov", "k8s-triage",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4122341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"github-actions-gov"],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4373761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"references"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["devsecops-team"],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4625181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"mcp_servers"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["github"],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4876602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"model"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"opus"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6800" y="5128022"/>
            <a:ext cx="51015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975769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who the agent 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377009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the procedures it can pick 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3778250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references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team rules read every session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179491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mcp_servers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the only tools it gets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580731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sized to the job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4981972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run on the host or in a container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SNCFLEET.AI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kits on our team today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63055"/>
            <a:ext cx="3414117" cy="1489472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269430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devsecops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558951"/>
            <a:ext cx="30914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Pipelines, infrastructure as code and supply-chain security.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2350" y="3132832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Skills: [list]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42" y="2063055"/>
            <a:ext cx="3414216" cy="1489472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5217" y="22694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pr-reviewer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5217" y="2558951"/>
            <a:ext cx="30915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Reviews pull requests against our standards and checklist.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5217" y="313283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Skills: [list]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1809" y="2063055"/>
            <a:ext cx="3414216" cy="1489472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184" y="22694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cmmc-analyst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8184" y="2558951"/>
            <a:ext cx="30915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Maps changes and evidence to CMMC Level 2 practices.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68184" y="313283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Skills: [list]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711277"/>
            <a:ext cx="3414117" cy="1489472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350" y="3917652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security-engineer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2350" y="4207173"/>
            <a:ext cx="30914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Threat models, triages findings and proposes hardening.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2350" y="4781054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Skills: [list]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8842" y="3711277"/>
            <a:ext cx="3414216" cy="1489472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5217" y="391765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dotnet-developer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5217" y="4207173"/>
            <a:ext cx="30915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and fixes C#/.NET features, with tests.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5217" y="4781054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Skills: [list]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8634" y="3708102"/>
            <a:ext cx="3420566" cy="1495822"/>
          </a:xfrm>
          <a:prstGeom prst="roundRect">
            <a:avLst>
              <a:gd name="adj" fmla="val 6792"/>
            </a:avLst>
          </a:prstGeom>
          <a:solidFill>
            <a:srgbClr val="0F1A24"/>
          </a:solidFill>
          <a:ln/>
        </p:spPr>
      </p:sp>
      <p:sp>
        <p:nvSpPr>
          <p:cNvPr id="25" name="Text 23"/>
          <p:cNvSpPr/>
          <p:nvPr/>
        </p:nvSpPr>
        <p:spPr>
          <a:xfrm>
            <a:off x="8161834" y="4062412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next kit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61834" y="4351933"/>
            <a:ext cx="310459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role is a persona file and a JSON file, reviewed in a PR.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HOW AN AGENT RUNS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kit to pull request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71316"/>
            <a:ext cx="1743670" cy="1398091"/>
          </a:xfrm>
          <a:prstGeom prst="roundRect">
            <a:avLst>
              <a:gd name="adj" fmla="val 7040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452291"/>
            <a:ext cx="1432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950" y="2741811"/>
            <a:ext cx="14325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950" y="3061791"/>
            <a:ext cx="14325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agent, choose a kit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4420" y="2906812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3195" y="2164655"/>
            <a:ext cx="1743770" cy="1611412"/>
          </a:xfrm>
          <a:prstGeom prst="roundRect">
            <a:avLst>
              <a:gd name="adj" fmla="val 61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4170" y="2345630"/>
            <a:ext cx="1432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4170" y="2635151"/>
            <a:ext cx="14326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04170" y="2955131"/>
            <a:ext cx="14326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branch and checkout, or a container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1740" y="2906812"/>
            <a:ext cx="2540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30515" y="2164655"/>
            <a:ext cx="1743670" cy="1611412"/>
          </a:xfrm>
          <a:prstGeom prst="roundRect">
            <a:avLst>
              <a:gd name="adj" fmla="val 61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11490" y="2345630"/>
            <a:ext cx="1432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11490" y="2635151"/>
            <a:ext cx="14325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11490" y="2955131"/>
            <a:ext cx="14325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Persona, skills and rules copied in; tools scoped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78960" y="2906812"/>
            <a:ext cx="2540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37735" y="2164655"/>
            <a:ext cx="1743770" cy="1611412"/>
          </a:xfrm>
          <a:prstGeom prst="roundRect">
            <a:avLst>
              <a:gd name="adj" fmla="val 61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618710" y="2345630"/>
            <a:ext cx="1432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18710" y="2635151"/>
            <a:ext cx="14326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618710" y="2955131"/>
            <a:ext cx="14326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as the persona; skills load on demand</a:t>
            </a:r>
            <a:endParaRPr lang="en-US" sz="12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86280" y="2906812"/>
            <a:ext cx="254000" cy="127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41880" y="2167830"/>
            <a:ext cx="1737320" cy="1605062"/>
          </a:xfrm>
          <a:prstGeom prst="roundRect">
            <a:avLst>
              <a:gd name="adj" fmla="val 6330"/>
            </a:avLst>
          </a:prstGeom>
          <a:solidFill>
            <a:srgbClr val="0F1A24"/>
          </a:solidFill>
          <a:ln/>
        </p:spPr>
      </p:sp>
      <p:sp>
        <p:nvSpPr>
          <p:cNvPr id="25" name="Text 19"/>
          <p:cNvSpPr/>
          <p:nvPr/>
        </p:nvSpPr>
        <p:spPr>
          <a:xfrm>
            <a:off x="9819680" y="2345630"/>
            <a:ext cx="1432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819680" y="2635151"/>
            <a:ext cx="14325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819680" y="2955131"/>
            <a:ext cx="14325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Commits on its branch; a person merges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25500" y="4084042"/>
            <a:ext cx="0" cy="792361"/>
          </a:xfrm>
          <a:prstGeom prst="line">
            <a:avLst/>
          </a:prstGeom>
          <a:noFill/>
          <a:ln w="25400">
            <a:solidFill>
              <a:srgbClr val="2A64A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90600" y="4134842"/>
            <a:ext cx="5180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agents in parallel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90600" y="4398963"/>
            <a:ext cx="51800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tab in the terminal is its own agent with its own kit, so they don't step on each other.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184900" y="4084042"/>
            <a:ext cx="0" cy="792361"/>
          </a:xfrm>
          <a:prstGeom prst="line">
            <a:avLst/>
          </a:prstGeom>
          <a:noFill/>
          <a:ln w="25400">
            <a:solidFill>
              <a:srgbClr val="9A5B0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350000" y="4134842"/>
            <a:ext cx="5180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real credentials inside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350000" y="4398963"/>
            <a:ext cx="51800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holds a stand-in token; a proxy on the host swaps in the real session.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TRUST AND GUARDRAILS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 can run commands, so we treat them like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588816"/>
            <a:ext cx="3414117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5" name="Image 0" descr="Ke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2795191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3125391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real credentials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2350" y="3414911"/>
            <a:ext cx="30914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 stay on the host and in the MCP servers.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8842" y="2588816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9" name="Image 1" descr="Too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5217" y="2795191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5217" y="312539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 tools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95217" y="3414911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kit names the only MCP servers its agent gets.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61809" y="2588816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8184" y="2795191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8184" y="312539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 merges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68184" y="3414911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propose; nothing applies to a live environment.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4206677"/>
            <a:ext cx="3414117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17" name="Image 3" descr="Cod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2350" y="4413052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2350" y="4743252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Reviewed in PRs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22350" y="5032772"/>
            <a:ext cx="30914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skill library changes only through review.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88842" y="4206677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21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5217" y="4413052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5217" y="474325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Scanned for secrets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95217" y="503277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kit with a key or token in it is refused.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61809" y="4206677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25" name="Image 5" descr="Lo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68184" y="4413052"/>
            <a:ext cx="254000" cy="254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68184" y="474325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 and audit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68184" y="5032772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Hooks stop risky commands; actions are logged.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organization gets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2174180"/>
            <a:ext cx="5207000" cy="0"/>
          </a:xfrm>
          <a:prstGeom prst="line">
            <a:avLst/>
          </a:prstGeom>
          <a:noFill/>
          <a:ln w="25400">
            <a:solidFill>
              <a:srgbClr val="7FB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339280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Consistency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2750741"/>
            <a:ext cx="53632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team's best way of doing a task, written once and followed every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174180"/>
            <a:ext cx="5207000" cy="0"/>
          </a:xfrm>
          <a:prstGeom prst="line">
            <a:avLst/>
          </a:prstGeom>
          <a:noFill/>
          <a:ln w="25400">
            <a:solidFill>
              <a:srgbClr val="7FB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339280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Auditability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72200" y="2750741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Procedures live in git; agent work lands as reviewable commits.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090591"/>
            <a:ext cx="52070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4255691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Portability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4667151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open standard: skills move with us if tools or models change.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4090591"/>
            <a:ext cx="52070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4255691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Right-sized cost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4667151"/>
            <a:ext cx="53632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kit picks its model: routine work on a cheaper one, design on the strongest.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Up next → live demo in sncfleet.ai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s, Personas &amp; Kits">
  <a:themeElements>
    <a:clrScheme name="Skills, Personas &amp; Kits">
      <a:dk1>
        <a:srgbClr val="13202C"/>
      </a:dk1>
      <a:lt1>
        <a:srgbClr val="F4F2EC"/>
      </a:lt1>
      <a:dk2>
        <a:srgbClr val="4B555C"/>
      </a:dk2>
      <a:lt2>
        <a:srgbClr val="DEDDD9"/>
      </a:lt2>
      <a:accent1>
        <a:srgbClr val="2A64A8"/>
      </a:accent1>
      <a:accent2>
        <a:srgbClr val="9A5B0E"/>
      </a:accent2>
      <a:accent3>
        <a:srgbClr val="E8A33D"/>
      </a:accent3>
      <a:accent4>
        <a:srgbClr val="7FB2EA"/>
      </a:accent4>
      <a:accent5>
        <a:srgbClr val="4A5563"/>
      </a:accent5>
      <a:accent6>
        <a:srgbClr val="B8C4CF"/>
      </a:accent6>
      <a:hlink>
        <a:srgbClr val="0563C1"/>
      </a:hlink>
      <a:folHlink>
        <a:srgbClr val="954F72"/>
      </a:folHlink>
    </a:clrScheme>
    <a:fontScheme name="Skills, Personas &amp; Kits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Skills, Personas &amp; Kits</dc:title>
  <dc:subject/>
  <dc:creator/>
  <cp:lastModifiedBy/>
  <cp:revision>1</cp:revision>
  <dcterms:created xsi:type="dcterms:W3CDTF">2026-10-07T19:58:32Z</dcterms:created>
  <dcterms:modified xsi:type="dcterms:W3CDTF">2026-10-07T19:58:32Z</dcterms:modified>
</cp:coreProperties>
</file>